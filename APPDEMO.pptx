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E0967-B316-E281-39D1-8888BCE52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56312-8C0A-A639-69EC-DD6222739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84A97-7FD0-18EB-EF73-E1043FC21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BF5F4-56C3-DB5B-7107-8EB9956EF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1C89D-6792-56F8-FBF4-A5401FCA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468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74B77-DA26-E204-4D8B-03130C10D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8A11-8F9C-CBD5-E07D-36B89C6F5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A87EF-2C09-4B09-D2E0-ECDBDDF3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C1208-278E-C22A-FDB9-5ED3E314C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81D4A-A0D0-6BA0-2A63-79824905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29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5447B-D05C-26FA-396A-22332A75A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F5649-2CDD-F11E-825D-BF3390079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17770-353C-92EC-09CF-3AF60F00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84C2A-EBB3-534A-17E9-1F7EC2173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47D00-8B84-C465-A291-1FA5897E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94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38B69-6997-A315-52D6-9A7023EE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8A694-118F-81CE-C16A-18476D3DD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40CC3-617C-BEA4-F10D-EFB494BC7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D67C8-AE36-B4FF-14F9-158B8DF88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E13D8-6B9B-CA2F-F1C3-32DE227B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292B8-7649-7F66-442B-60445169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98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5D856-A1EC-97A8-C79D-4F522024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FD488-4323-605D-1DE7-1BB835158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4B839-9619-7285-84AE-28CBCA087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0B065E-E562-302F-D23C-13CAB3E67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A90959-74F8-1D50-E524-04753C1305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4DD76E-4B0A-324A-F34B-27AF6E0D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0A378C-ADD7-B2C4-8DA3-5476C6990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076C80-B0D8-4D83-870A-2B9F648F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106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9D508-2176-3DCF-CBF7-405F2A2E1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B4135B-5B0C-9B6A-3333-86F3D3A90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D2ACC-45C4-CDB4-2C0A-029F72F6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77D17-FA08-A9C9-AEFC-BD2D31C0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819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906410-75CB-1732-6FF9-154046980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63512-DCED-79E4-6BF4-C3B85070D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DF48-5D39-1333-3E14-E96A96BDE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720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624E-4F50-2C29-6E7D-2455C4B5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9063A-2814-A20C-1207-F4E7AB73B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90F93-1F2E-414B-3271-AAF6B51936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7F9F7-CA86-C76B-8601-F8490E99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28568-1EE6-8A8B-39DE-12E34236B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7FA74-D575-357A-BF0C-FC22D3FB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137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89C2-2D7F-34FE-5061-541DADE22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5BE01-D4E1-ED9D-6759-48BB1F492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180F3-C98E-A681-9351-DB6AF4FBA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4F53E-A3FE-5D06-E741-3C7415A35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7CB1F-7DC8-562F-3249-41E459160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29746-89B3-0F1F-4E0B-5B11B6D8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71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99790-A7B2-73EF-E8FA-83F172A8C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4B9D6-874C-A6A3-7D52-57362DCAC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6B124-7BC4-7D98-3789-2B2C61D13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51F7-A40E-8ABD-BB32-D02B49D6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0FA97-A0A3-EFA6-4E72-F3A973E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31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AB705D-E70F-9AF2-8964-8A3EE8554B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55CD5-812E-B5C3-86A4-1AAF4FAFB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883D9-771D-A57D-8A47-D24A8C35B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3FF3A-E4F2-41B4-451B-CC67D748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D7430-D694-A8ED-0DF4-453B67FB5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60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E703C-875B-C8CE-1064-060A10947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F00916-EE05-B6DE-9A54-F2A4259E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491F3-D98F-3205-B362-68D2DD0A41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26177-7541-4348-BA37-BA4EEC8C9D6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91DEA-CBA6-708A-DA76-61C753E25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DDEF7-7CE9-C52D-D93D-61AC3292E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2FE61-7917-4E67-AC8A-1210D84D33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32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EFA62-E1BF-4E9D-95A7-0F2833B53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592" y="2564765"/>
            <a:ext cx="6784163" cy="2045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C52CEA-A22F-5312-DDDF-C0DAECD26C18}"/>
              </a:ext>
            </a:extLst>
          </p:cNvPr>
          <p:cNvSpPr txBox="1"/>
          <p:nvPr/>
        </p:nvSpPr>
        <p:spPr>
          <a:xfrm>
            <a:off x="1915998" y="1367646"/>
            <a:ext cx="6094428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ENTERED PROMPT BY USER (THE AI GENERATED CONTENT):</a:t>
            </a:r>
          </a:p>
        </p:txBody>
      </p:sp>
    </p:spTree>
    <p:extLst>
      <p:ext uri="{BB962C8B-B14F-4D97-AF65-F5344CB8AC3E}">
        <p14:creationId xmlns:p14="http://schemas.microsoft.com/office/powerpoint/2010/main" val="230805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28930E-34EE-D36F-171C-7ED5F9A90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44" y="418680"/>
            <a:ext cx="11002911" cy="6020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BA4BAD-7D41-6B3E-C3D1-C03881E0B24E}"/>
              </a:ext>
            </a:extLst>
          </p:cNvPr>
          <p:cNvSpPr txBox="1"/>
          <p:nvPr/>
        </p:nvSpPr>
        <p:spPr>
          <a:xfrm>
            <a:off x="1715678" y="169682"/>
            <a:ext cx="429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203051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1C8212E-A7E1-54D1-E24B-8FB32CCD0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89" y="581406"/>
            <a:ext cx="3792261" cy="56951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26E2E4-AE9C-F269-4C12-DFD3E3AAB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902" y="581406"/>
            <a:ext cx="3925153" cy="56951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AEC807-0D6E-BA53-199E-BCAA7C1C0B61}"/>
              </a:ext>
            </a:extLst>
          </p:cNvPr>
          <p:cNvSpPr txBox="1"/>
          <p:nvPr/>
        </p:nvSpPr>
        <p:spPr>
          <a:xfrm>
            <a:off x="8964891" y="1036948"/>
            <a:ext cx="2554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 IN REPORT FORM</a:t>
            </a:r>
          </a:p>
        </p:txBody>
      </p:sp>
    </p:spTree>
    <p:extLst>
      <p:ext uri="{BB962C8B-B14F-4D97-AF65-F5344CB8AC3E}">
        <p14:creationId xmlns:p14="http://schemas.microsoft.com/office/powerpoint/2010/main" val="32421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36254-D824-6400-DB73-A7C6B0E07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41" y="1093510"/>
            <a:ext cx="4766624" cy="55474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AFEF0C-2043-3CF4-E302-D9CFF9B5F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343" y="1306970"/>
            <a:ext cx="4696480" cy="4544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8195F7-BD28-2028-E3A4-EEC98C95B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733" y="1423288"/>
            <a:ext cx="3619330" cy="4011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DF6AF4-602F-5B30-6597-2121DE2135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159" y="1768086"/>
            <a:ext cx="3489588" cy="36218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36B278-E6C5-4954-8704-E74B2983D6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394" y="236312"/>
            <a:ext cx="4505954" cy="4344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3457CB-CCC4-CF12-8FB1-9AB231AEC3AB}"/>
              </a:ext>
            </a:extLst>
          </p:cNvPr>
          <p:cNvSpPr txBox="1"/>
          <p:nvPr/>
        </p:nvSpPr>
        <p:spPr>
          <a:xfrm>
            <a:off x="678730" y="329938"/>
            <a:ext cx="6174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AI CONTENT IS VERIFIED IN BATCHES AND SOURCES LINKS ARE GIVEN BELOW EACH OF THE CLAIM</a:t>
            </a:r>
          </a:p>
        </p:txBody>
      </p:sp>
    </p:spTree>
    <p:extLst>
      <p:ext uri="{BB962C8B-B14F-4D97-AF65-F5344CB8AC3E}">
        <p14:creationId xmlns:p14="http://schemas.microsoft.com/office/powerpoint/2010/main" val="3371200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9F4DB8-7D60-2A82-33D0-C5CF60A27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68" y="831696"/>
            <a:ext cx="4505954" cy="4667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6EEE4E-459C-8BF2-1A8E-B7526238EE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9189" y="518706"/>
            <a:ext cx="5020376" cy="58205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D23E76-5F4B-D400-6D9B-B91CF66F0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114" y="561575"/>
            <a:ext cx="4963218" cy="5734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356341-2862-9006-1FFA-BBE75BD9584D}"/>
              </a:ext>
            </a:extLst>
          </p:cNvPr>
          <p:cNvSpPr txBox="1"/>
          <p:nvPr/>
        </p:nvSpPr>
        <p:spPr>
          <a:xfrm>
            <a:off x="6789565" y="6504495"/>
            <a:ext cx="521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END OF THE OUTPUT</a:t>
            </a:r>
          </a:p>
        </p:txBody>
      </p:sp>
    </p:spTree>
    <p:extLst>
      <p:ext uri="{BB962C8B-B14F-4D97-AF65-F5344CB8AC3E}">
        <p14:creationId xmlns:p14="http://schemas.microsoft.com/office/powerpoint/2010/main" val="3810106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Tankasala</dc:creator>
  <cp:lastModifiedBy>Harshitha Tankasala</cp:lastModifiedBy>
  <cp:revision>2</cp:revision>
  <dcterms:created xsi:type="dcterms:W3CDTF">2025-12-23T02:15:47Z</dcterms:created>
  <dcterms:modified xsi:type="dcterms:W3CDTF">2025-12-23T02:20:54Z</dcterms:modified>
</cp:coreProperties>
</file>